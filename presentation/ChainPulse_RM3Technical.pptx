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ChainPulse is an autonomous logistics assistant built on IBM Bob. It watches disruptions and cold-chain telemetry together, and acts before cargo is lost.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structural failures plus one silent killer: nobody is watching the temperature until the cargo is already spoiled.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assistant closes the loop: detect the disruption, verify cargo condition, then propose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Bob reasons; MCP gives it hands on our data and dispatch actions; Flask keeps a human in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is one avoided spoilage event paying for the system many times over, plus steady gains in utilisation.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9050">
            <a:solidFill>
              <a:srgbClr val="234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" y="5724144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5687568"/>
            <a:ext cx="237744" cy="237744"/>
          </a:xfrm>
          <a:prstGeom prst="ellipse">
            <a:avLst/>
          </a:prstGeom>
          <a:solidFill>
            <a:srgbClr val="F2A13B"/>
          </a:solidFill>
          <a:ln/>
        </p:spPr>
      </p:sp>
      <p:sp>
        <p:nvSpPr>
          <p:cNvPr id="5" name="Shape 3"/>
          <p:cNvSpPr/>
          <p:nvPr/>
        </p:nvSpPr>
        <p:spPr>
          <a:xfrm>
            <a:off x="7754112" y="5724144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724144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23444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7" y="1460297"/>
            <a:ext cx="416966" cy="41696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2402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ChainPulse</a:t>
            </a:r>
            <a:endParaRPr lang="en-US" sz="5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Fleet Optimizer &amp; Cold-Chain Sentinel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22960" y="4069080"/>
            <a:ext cx="2834640" cy="566928"/>
          </a:xfrm>
          <a:prstGeom prst="roundRect">
            <a:avLst>
              <a:gd name="adj" fmla="val 48387"/>
            </a:avLst>
          </a:prstGeom>
          <a:solidFill>
            <a:srgbClr val="13304F"/>
          </a:solidFill>
          <a:ln w="12700">
            <a:solidFill>
              <a:srgbClr val="2349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·  RM3Technical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977640" y="4069080"/>
            <a:ext cx="4114800" cy="566928"/>
          </a:xfrm>
          <a:prstGeom prst="roundRect">
            <a:avLst>
              <a:gd name="adj" fmla="val 48387"/>
            </a:avLst>
          </a:prstGeom>
          <a:solidFill>
            <a:srgbClr val="13304F"/>
          </a:solidFill>
          <a:ln w="12700">
            <a:solidFill>
              <a:srgbClr val="2349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77640" y="406908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 ·  Open / Supply Chain (L2)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69164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456" y="1862816"/>
            <a:ext cx="316017" cy="31601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38528" y="17190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Disruptions cascade unpredictably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2487168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1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events and port congestion ripple outward through the network faster than dispatchers can re-plan by hand.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45352" y="137160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11112" y="169164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288" y="1862816"/>
            <a:ext cx="316017" cy="31601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7190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sits in the wrong place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611112" y="2487168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1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assets idle in adjacent hubs while priority corridors overload — the spare capacity exists, but nobody sees it in time.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731520" y="3840480"/>
            <a:ext cx="10725912" cy="2148840"/>
          </a:xfrm>
          <a:prstGeom prst="roundRect">
            <a:avLst>
              <a:gd name="adj" fmla="val 3404"/>
            </a:avLst>
          </a:prstGeom>
          <a:solidFill>
            <a:srgbClr val="0B1D33"/>
          </a:solidFill>
          <a:ln/>
        </p:spPr>
      </p:sp>
      <p:sp>
        <p:nvSpPr>
          <p:cNvPr id="14" name="Shape 10"/>
          <p:cNvSpPr/>
          <p:nvPr/>
        </p:nvSpPr>
        <p:spPr>
          <a:xfrm>
            <a:off x="1143000" y="4315968"/>
            <a:ext cx="777240" cy="777240"/>
          </a:xfrm>
          <a:prstGeom prst="ellipse">
            <a:avLst/>
          </a:prstGeom>
          <a:solidFill>
            <a:srgbClr val="F2A13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082" y="4518050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194560" y="4315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2194560" y="4681728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Unmonitored cold-chain temperature excursions ruin high-value cargo before operators even realize a breach occurred.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977640" cy="4617720"/>
          </a:xfrm>
          <a:prstGeom prst="roundRect">
            <a:avLst>
              <a:gd name="adj" fmla="val 1839"/>
            </a:avLst>
          </a:prstGeom>
          <a:solidFill>
            <a:srgbClr val="0B1D33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178308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082" y="19851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283464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autonomous logistics assistant powered by IBM Bob.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4800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Watch. Reason. Act.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74920" y="1371600"/>
            <a:ext cx="63825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40680" y="173736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856" y="1908536"/>
            <a:ext cx="316017" cy="31601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09360" y="16093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live disruption feeds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309360" y="199339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1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matches unfolding disruptions against every active shipment in the network.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74920" y="2971800"/>
            <a:ext cx="63825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40680" y="3337560"/>
            <a:ext cx="658368" cy="658368"/>
          </a:xfrm>
          <a:prstGeom prst="ellipse">
            <a:avLst/>
          </a:prstGeom>
          <a:solidFill>
            <a:srgbClr val="F2A13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856" y="3508736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32095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IoT sensor telemetry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59359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1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real-time temperature streams and flags spikes the instant a reefer drifts out of range.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074920" y="4572000"/>
            <a:ext cx="63825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40680" y="493776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1856" y="5108936"/>
            <a:ext cx="316017" cy="31601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09360" y="48097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fleet redeployments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309360" y="519379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1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idle assets nearby and proposes the reassignment that rescues delayed cargo.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 Integration &amp; Tech Stack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107259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764792"/>
            <a:ext cx="676656" cy="67665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211" y="1940723"/>
            <a:ext cx="324795" cy="3247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6550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Core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207568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1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intent recognition and logical orchestration — the reasoning layer that decides what needs doing.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0104120" y="170992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5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1435608" y="2788920"/>
            <a:ext cx="0" cy="201168"/>
          </a:xfrm>
          <a:prstGeom prst="line">
            <a:avLst/>
          </a:prstGeom>
          <a:noFill/>
          <a:ln w="25400">
            <a:solidFill>
              <a:srgbClr val="C3D2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990088"/>
            <a:ext cx="107259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97280" y="3337560"/>
            <a:ext cx="676656" cy="676656"/>
          </a:xfrm>
          <a:prstGeom prst="ellipse">
            <a:avLst/>
          </a:prstGeom>
          <a:solidFill>
            <a:srgbClr val="F2A1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11" y="3513491"/>
            <a:ext cx="324795" cy="3247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011680" y="32278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2011680" y="364845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1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tools let Bob read our IoT databases and trigger fleet reassignments directly, not just describe them.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10104120" y="3282696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5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6" name="Shape 12"/>
          <p:cNvSpPr/>
          <p:nvPr/>
        </p:nvSpPr>
        <p:spPr>
          <a:xfrm>
            <a:off x="1435608" y="4361688"/>
            <a:ext cx="0" cy="201168"/>
          </a:xfrm>
          <a:prstGeom prst="line">
            <a:avLst/>
          </a:prstGeom>
          <a:noFill/>
          <a:ln w="25400">
            <a:solidFill>
              <a:srgbClr val="C3D2D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4562856"/>
            <a:ext cx="107259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097280" y="4910328"/>
            <a:ext cx="676656" cy="676656"/>
          </a:xfrm>
          <a:prstGeom prst="ellipse">
            <a:avLst/>
          </a:prstGeom>
          <a:solidFill>
            <a:srgbClr val="0B1D3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211" y="5086259"/>
            <a:ext cx="324795" cy="3247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011680" y="48006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2011680" y="522122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1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interface displaying live asset states, so operators see every call Bob makes.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10104120" y="4855464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5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4754880" cy="3977640"/>
          </a:xfrm>
          <a:prstGeom prst="roundRect">
            <a:avLst>
              <a:gd name="adj" fmla="val 1839"/>
            </a:avLst>
          </a:prstGeom>
          <a:solidFill>
            <a:srgbClr val="1330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43000" y="23317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2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$500K+</a:t>
            </a:r>
            <a:endParaRPr lang="en-US" sz="6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34290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B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cargo value protected per incident, by catching cold-chain excursions proactively instead of at delivery.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600200"/>
            <a:ext cx="5605272" cy="1234440"/>
          </a:xfrm>
          <a:prstGeom prst="roundRect">
            <a:avLst>
              <a:gd name="adj" fmla="val 5926"/>
            </a:avLst>
          </a:prstGeom>
          <a:solidFill>
            <a:srgbClr val="13304F"/>
          </a:solidFill>
          <a:ln w="12700">
            <a:solidFill>
              <a:srgbClr val="2349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901952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3866" y="2063618"/>
            <a:ext cx="298460" cy="298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995160" y="1783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dispatch load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21488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manual dispatch workload during severe disruptions, when planners are most stretched.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52160" y="2971800"/>
            <a:ext cx="5605272" cy="1234440"/>
          </a:xfrm>
          <a:prstGeom prst="roundRect">
            <a:avLst>
              <a:gd name="adj" fmla="val 5926"/>
            </a:avLst>
          </a:prstGeom>
          <a:solidFill>
            <a:srgbClr val="13304F"/>
          </a:solidFill>
          <a:ln w="12700">
            <a:solidFill>
              <a:srgbClr val="23496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72200" y="3273552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866" y="3435218"/>
            <a:ext cx="298460" cy="298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99516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fleet ROI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995160" y="35204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localized idle capacity by routing spare assets to the corridors that need them.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852160" y="4343400"/>
            <a:ext cx="5605272" cy="1234440"/>
          </a:xfrm>
          <a:prstGeom prst="roundRect">
            <a:avLst>
              <a:gd name="adj" fmla="val 5926"/>
            </a:avLst>
          </a:prstGeom>
          <a:solidFill>
            <a:srgbClr val="13304F"/>
          </a:solidFill>
          <a:ln w="12700">
            <a:solidFill>
              <a:srgbClr val="23496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72200" y="4645152"/>
            <a:ext cx="621792" cy="621792"/>
          </a:xfrm>
          <a:prstGeom prst="ellipse">
            <a:avLst/>
          </a:prstGeom>
          <a:solidFill>
            <a:srgbClr val="F2A13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866" y="4806818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95160" y="45262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catastrophic losses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995160" y="48920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alerts turn a silent spoilage event into a recoverable one.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31520" y="5989320"/>
            <a:ext cx="10725912" cy="0"/>
          </a:xfrm>
          <a:prstGeom prst="line">
            <a:avLst/>
          </a:prstGeom>
          <a:noFill/>
          <a:ln w="12700">
            <a:solidFill>
              <a:srgbClr val="23496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6108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ChainPulse  ·  RM3Technical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ChainPulse</dc:title>
  <dc:subject>PptxGenJS Presentation</dc:subject>
  <dc:creator>RM3Technical</dc:creator>
  <cp:lastModifiedBy>RM3Technical</cp:lastModifiedBy>
  <cp:revision>1</cp:revision>
  <dcterms:created xsi:type="dcterms:W3CDTF">2026-09-15T08:20:47Z</dcterms:created>
  <dcterms:modified xsi:type="dcterms:W3CDTF">2026-09-15T08:20:47Z</dcterms:modified>
</cp:coreProperties>
</file>